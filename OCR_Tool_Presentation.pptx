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C024DB-D616-48A8-A8E8-69AF47CB4DA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40A586-BC7B-469C-A17A-284BA7D32C82}">
      <dgm:prSet/>
      <dgm:spPr/>
      <dgm:t>
        <a:bodyPr/>
        <a:lstStyle/>
        <a:p>
          <a:r>
            <a:rPr lang="en-US"/>
            <a:t>Goal: extract equipment dimensions from images and compute surface area.</a:t>
          </a:r>
        </a:p>
      </dgm:t>
    </dgm:pt>
    <dgm:pt modelId="{5788EE87-222F-4E9F-BC79-AFBEC512FBC9}" type="parTrans" cxnId="{60D46B28-4C2A-4CC0-B1F1-B77A376253A0}">
      <dgm:prSet/>
      <dgm:spPr/>
      <dgm:t>
        <a:bodyPr/>
        <a:lstStyle/>
        <a:p>
          <a:endParaRPr lang="en-US"/>
        </a:p>
      </dgm:t>
    </dgm:pt>
    <dgm:pt modelId="{BA69C6A7-7D7C-4115-9B77-2CD27EF78A77}" type="sibTrans" cxnId="{60D46B28-4C2A-4CC0-B1F1-B77A376253A0}">
      <dgm:prSet/>
      <dgm:spPr/>
      <dgm:t>
        <a:bodyPr/>
        <a:lstStyle/>
        <a:p>
          <a:endParaRPr lang="en-US"/>
        </a:p>
      </dgm:t>
    </dgm:pt>
    <dgm:pt modelId="{BBAC637A-C17E-4504-BC90-B91B58FA74F9}">
      <dgm:prSet/>
      <dgm:spPr/>
      <dgm:t>
        <a:bodyPr/>
        <a:lstStyle/>
        <a:p>
          <a:r>
            <a:rPr lang="en-US"/>
            <a:t>Focus: industrial containers, buckets, scoops, cylinders, and frustums.</a:t>
          </a:r>
        </a:p>
      </dgm:t>
    </dgm:pt>
    <dgm:pt modelId="{B86DF850-6946-4BD7-8869-EFB5D7A96839}" type="parTrans" cxnId="{BFA4615E-4314-4F6B-BE4B-62780545A032}">
      <dgm:prSet/>
      <dgm:spPr/>
      <dgm:t>
        <a:bodyPr/>
        <a:lstStyle/>
        <a:p>
          <a:endParaRPr lang="en-US"/>
        </a:p>
      </dgm:t>
    </dgm:pt>
    <dgm:pt modelId="{54DAFA6F-570D-452D-9205-56C081274D6A}" type="sibTrans" cxnId="{BFA4615E-4314-4F6B-BE4B-62780545A032}">
      <dgm:prSet/>
      <dgm:spPr/>
      <dgm:t>
        <a:bodyPr/>
        <a:lstStyle/>
        <a:p>
          <a:endParaRPr lang="en-US"/>
        </a:p>
      </dgm:t>
    </dgm:pt>
    <dgm:pt modelId="{00899262-3403-49FD-B79C-EDA2EF542C88}">
      <dgm:prSet/>
      <dgm:spPr/>
      <dgm:t>
        <a:bodyPr/>
        <a:lstStyle/>
        <a:p>
          <a:r>
            <a:rPr lang="en-US"/>
            <a:t>Output: labeled images, detected dimensions, and calculated areas.</a:t>
          </a:r>
        </a:p>
      </dgm:t>
    </dgm:pt>
    <dgm:pt modelId="{232071C3-C0A8-42E7-B6F6-F6D094BFACD1}" type="parTrans" cxnId="{E570B4A9-73AD-4829-B2EC-C735FAA5AD1D}">
      <dgm:prSet/>
      <dgm:spPr/>
      <dgm:t>
        <a:bodyPr/>
        <a:lstStyle/>
        <a:p>
          <a:endParaRPr lang="en-US"/>
        </a:p>
      </dgm:t>
    </dgm:pt>
    <dgm:pt modelId="{6CDE7D5A-F0C6-43F7-9FCF-BA8B6E9DFD55}" type="sibTrans" cxnId="{E570B4A9-73AD-4829-B2EC-C735FAA5AD1D}">
      <dgm:prSet/>
      <dgm:spPr/>
      <dgm:t>
        <a:bodyPr/>
        <a:lstStyle/>
        <a:p>
          <a:endParaRPr lang="en-US"/>
        </a:p>
      </dgm:t>
    </dgm:pt>
    <dgm:pt modelId="{0C25E788-3445-4A9A-B763-2B2CE0A74E97}" type="pres">
      <dgm:prSet presAssocID="{EDC024DB-D616-48A8-A8E8-69AF47CB4DAC}" presName="root" presStyleCnt="0">
        <dgm:presLayoutVars>
          <dgm:dir/>
          <dgm:resizeHandles val="exact"/>
        </dgm:presLayoutVars>
      </dgm:prSet>
      <dgm:spPr/>
    </dgm:pt>
    <dgm:pt modelId="{93887C8A-D5C3-448D-AFE8-D9B9082C3481}" type="pres">
      <dgm:prSet presAssocID="{3840A586-BC7B-469C-A17A-284BA7D32C82}" presName="compNode" presStyleCnt="0"/>
      <dgm:spPr/>
    </dgm:pt>
    <dgm:pt modelId="{6A11178E-31B9-42AA-A8AB-FA489AAD3E82}" type="pres">
      <dgm:prSet presAssocID="{3840A586-BC7B-469C-A17A-284BA7D32C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6C6C7A0-D074-4ECD-B198-05505DA589CB}" type="pres">
      <dgm:prSet presAssocID="{3840A586-BC7B-469C-A17A-284BA7D32C82}" presName="spaceRect" presStyleCnt="0"/>
      <dgm:spPr/>
    </dgm:pt>
    <dgm:pt modelId="{46C298C0-1254-4D59-BCBF-698B73EA7478}" type="pres">
      <dgm:prSet presAssocID="{3840A586-BC7B-469C-A17A-284BA7D32C82}" presName="textRect" presStyleLbl="revTx" presStyleIdx="0" presStyleCnt="3">
        <dgm:presLayoutVars>
          <dgm:chMax val="1"/>
          <dgm:chPref val="1"/>
        </dgm:presLayoutVars>
      </dgm:prSet>
      <dgm:spPr/>
    </dgm:pt>
    <dgm:pt modelId="{E9452776-2E4F-4656-A731-1B0BEF001447}" type="pres">
      <dgm:prSet presAssocID="{BA69C6A7-7D7C-4115-9B77-2CD27EF78A77}" presName="sibTrans" presStyleCnt="0"/>
      <dgm:spPr/>
    </dgm:pt>
    <dgm:pt modelId="{0D91F953-3CFE-487B-B436-F21D6C54409B}" type="pres">
      <dgm:prSet presAssocID="{BBAC637A-C17E-4504-BC90-B91B58FA74F9}" presName="compNode" presStyleCnt="0"/>
      <dgm:spPr/>
    </dgm:pt>
    <dgm:pt modelId="{2CD9FC54-EBF1-45C9-BAE1-65DC94143017}" type="pres">
      <dgm:prSet presAssocID="{BBAC637A-C17E-4504-BC90-B91B58FA74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D3F72F80-B979-4E07-94F6-AA27388A4621}" type="pres">
      <dgm:prSet presAssocID="{BBAC637A-C17E-4504-BC90-B91B58FA74F9}" presName="spaceRect" presStyleCnt="0"/>
      <dgm:spPr/>
    </dgm:pt>
    <dgm:pt modelId="{C0ADA239-8121-41FC-B01F-DED7CAD36019}" type="pres">
      <dgm:prSet presAssocID="{BBAC637A-C17E-4504-BC90-B91B58FA74F9}" presName="textRect" presStyleLbl="revTx" presStyleIdx="1" presStyleCnt="3">
        <dgm:presLayoutVars>
          <dgm:chMax val="1"/>
          <dgm:chPref val="1"/>
        </dgm:presLayoutVars>
      </dgm:prSet>
      <dgm:spPr/>
    </dgm:pt>
    <dgm:pt modelId="{ED77B469-480A-4F21-BD75-0E46B4130FBA}" type="pres">
      <dgm:prSet presAssocID="{54DAFA6F-570D-452D-9205-56C081274D6A}" presName="sibTrans" presStyleCnt="0"/>
      <dgm:spPr/>
    </dgm:pt>
    <dgm:pt modelId="{DFB2DA3E-4ACB-4A7F-838E-2527BF026782}" type="pres">
      <dgm:prSet presAssocID="{00899262-3403-49FD-B79C-EDA2EF542C88}" presName="compNode" presStyleCnt="0"/>
      <dgm:spPr/>
    </dgm:pt>
    <dgm:pt modelId="{CA74DB00-FF14-4B11-BD77-19C645C8FB4A}" type="pres">
      <dgm:prSet presAssocID="{00899262-3403-49FD-B79C-EDA2EF542C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502DA0E-FB54-4821-8BCB-D15B275D2427}" type="pres">
      <dgm:prSet presAssocID="{00899262-3403-49FD-B79C-EDA2EF542C88}" presName="spaceRect" presStyleCnt="0"/>
      <dgm:spPr/>
    </dgm:pt>
    <dgm:pt modelId="{FCDAFE48-AAF5-4FD3-AF3B-F1EDD41B8F75}" type="pres">
      <dgm:prSet presAssocID="{00899262-3403-49FD-B79C-EDA2EF542C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D46B28-4C2A-4CC0-B1F1-B77A376253A0}" srcId="{EDC024DB-D616-48A8-A8E8-69AF47CB4DAC}" destId="{3840A586-BC7B-469C-A17A-284BA7D32C82}" srcOrd="0" destOrd="0" parTransId="{5788EE87-222F-4E9F-BC79-AFBEC512FBC9}" sibTransId="{BA69C6A7-7D7C-4115-9B77-2CD27EF78A77}"/>
    <dgm:cxn modelId="{BFA4615E-4314-4F6B-BE4B-62780545A032}" srcId="{EDC024DB-D616-48A8-A8E8-69AF47CB4DAC}" destId="{BBAC637A-C17E-4504-BC90-B91B58FA74F9}" srcOrd="1" destOrd="0" parTransId="{B86DF850-6946-4BD7-8869-EFB5D7A96839}" sibTransId="{54DAFA6F-570D-452D-9205-56C081274D6A}"/>
    <dgm:cxn modelId="{F5670B56-943B-41DC-9C96-61FF860217F5}" type="presOf" srcId="{00899262-3403-49FD-B79C-EDA2EF542C88}" destId="{FCDAFE48-AAF5-4FD3-AF3B-F1EDD41B8F75}" srcOrd="0" destOrd="0" presId="urn:microsoft.com/office/officeart/2018/2/layout/IconLabelList"/>
    <dgm:cxn modelId="{42E07295-05A8-49BB-AA53-EFB7E52221D6}" type="presOf" srcId="{BBAC637A-C17E-4504-BC90-B91B58FA74F9}" destId="{C0ADA239-8121-41FC-B01F-DED7CAD36019}" srcOrd="0" destOrd="0" presId="urn:microsoft.com/office/officeart/2018/2/layout/IconLabelList"/>
    <dgm:cxn modelId="{E570B4A9-73AD-4829-B2EC-C735FAA5AD1D}" srcId="{EDC024DB-D616-48A8-A8E8-69AF47CB4DAC}" destId="{00899262-3403-49FD-B79C-EDA2EF542C88}" srcOrd="2" destOrd="0" parTransId="{232071C3-C0A8-42E7-B6F6-F6D094BFACD1}" sibTransId="{6CDE7D5A-F0C6-43F7-9FCF-BA8B6E9DFD55}"/>
    <dgm:cxn modelId="{D20923E6-A4F0-46F5-9D9F-C6ED4E13E98D}" type="presOf" srcId="{3840A586-BC7B-469C-A17A-284BA7D32C82}" destId="{46C298C0-1254-4D59-BCBF-698B73EA7478}" srcOrd="0" destOrd="0" presId="urn:microsoft.com/office/officeart/2018/2/layout/IconLabelList"/>
    <dgm:cxn modelId="{028CE7FF-71B5-4990-ADEB-F1C8404E1CCA}" type="presOf" srcId="{EDC024DB-D616-48A8-A8E8-69AF47CB4DAC}" destId="{0C25E788-3445-4A9A-B763-2B2CE0A74E97}" srcOrd="0" destOrd="0" presId="urn:microsoft.com/office/officeart/2018/2/layout/IconLabelList"/>
    <dgm:cxn modelId="{3FAAC11E-89A6-48B8-8023-C8C21E0188C8}" type="presParOf" srcId="{0C25E788-3445-4A9A-B763-2B2CE0A74E97}" destId="{93887C8A-D5C3-448D-AFE8-D9B9082C3481}" srcOrd="0" destOrd="0" presId="urn:microsoft.com/office/officeart/2018/2/layout/IconLabelList"/>
    <dgm:cxn modelId="{9BDA826E-1A9A-4837-89AC-A800D75E7E70}" type="presParOf" srcId="{93887C8A-D5C3-448D-AFE8-D9B9082C3481}" destId="{6A11178E-31B9-42AA-A8AB-FA489AAD3E82}" srcOrd="0" destOrd="0" presId="urn:microsoft.com/office/officeart/2018/2/layout/IconLabelList"/>
    <dgm:cxn modelId="{5AE120B2-6523-4F35-9ECA-BCF1A9EEB9C1}" type="presParOf" srcId="{93887C8A-D5C3-448D-AFE8-D9B9082C3481}" destId="{96C6C7A0-D074-4ECD-B198-05505DA589CB}" srcOrd="1" destOrd="0" presId="urn:microsoft.com/office/officeart/2018/2/layout/IconLabelList"/>
    <dgm:cxn modelId="{221B8A93-9930-4AE4-A525-945CE48F12CC}" type="presParOf" srcId="{93887C8A-D5C3-448D-AFE8-D9B9082C3481}" destId="{46C298C0-1254-4D59-BCBF-698B73EA7478}" srcOrd="2" destOrd="0" presId="urn:microsoft.com/office/officeart/2018/2/layout/IconLabelList"/>
    <dgm:cxn modelId="{C39FABD9-E271-4527-B224-79149F74397C}" type="presParOf" srcId="{0C25E788-3445-4A9A-B763-2B2CE0A74E97}" destId="{E9452776-2E4F-4656-A731-1B0BEF001447}" srcOrd="1" destOrd="0" presId="urn:microsoft.com/office/officeart/2018/2/layout/IconLabelList"/>
    <dgm:cxn modelId="{9EE506AE-61FF-4E4A-9C00-D7B1CFE58C39}" type="presParOf" srcId="{0C25E788-3445-4A9A-B763-2B2CE0A74E97}" destId="{0D91F953-3CFE-487B-B436-F21D6C54409B}" srcOrd="2" destOrd="0" presId="urn:microsoft.com/office/officeart/2018/2/layout/IconLabelList"/>
    <dgm:cxn modelId="{8E5C0073-2286-4126-B3EA-1304218D31DA}" type="presParOf" srcId="{0D91F953-3CFE-487B-B436-F21D6C54409B}" destId="{2CD9FC54-EBF1-45C9-BAE1-65DC94143017}" srcOrd="0" destOrd="0" presId="urn:microsoft.com/office/officeart/2018/2/layout/IconLabelList"/>
    <dgm:cxn modelId="{3FE02A51-E17D-41DD-9656-F0E97AB9ADF4}" type="presParOf" srcId="{0D91F953-3CFE-487B-B436-F21D6C54409B}" destId="{D3F72F80-B979-4E07-94F6-AA27388A4621}" srcOrd="1" destOrd="0" presId="urn:microsoft.com/office/officeart/2018/2/layout/IconLabelList"/>
    <dgm:cxn modelId="{9453FB30-900C-4066-9C5D-64A7FE823B9E}" type="presParOf" srcId="{0D91F953-3CFE-487B-B436-F21D6C54409B}" destId="{C0ADA239-8121-41FC-B01F-DED7CAD36019}" srcOrd="2" destOrd="0" presId="urn:microsoft.com/office/officeart/2018/2/layout/IconLabelList"/>
    <dgm:cxn modelId="{343B5CF4-12B8-483E-BC28-F05D7F88D2FD}" type="presParOf" srcId="{0C25E788-3445-4A9A-B763-2B2CE0A74E97}" destId="{ED77B469-480A-4F21-BD75-0E46B4130FBA}" srcOrd="3" destOrd="0" presId="urn:microsoft.com/office/officeart/2018/2/layout/IconLabelList"/>
    <dgm:cxn modelId="{CB951E37-12AF-4F0C-B450-5C87C319F9DD}" type="presParOf" srcId="{0C25E788-3445-4A9A-B763-2B2CE0A74E97}" destId="{DFB2DA3E-4ACB-4A7F-838E-2527BF026782}" srcOrd="4" destOrd="0" presId="urn:microsoft.com/office/officeart/2018/2/layout/IconLabelList"/>
    <dgm:cxn modelId="{FBDE166A-6C4C-473A-8951-E0A284572820}" type="presParOf" srcId="{DFB2DA3E-4ACB-4A7F-838E-2527BF026782}" destId="{CA74DB00-FF14-4B11-BD77-19C645C8FB4A}" srcOrd="0" destOrd="0" presId="urn:microsoft.com/office/officeart/2018/2/layout/IconLabelList"/>
    <dgm:cxn modelId="{FB6A082C-4FCF-4A3B-B84E-1E826B253E0B}" type="presParOf" srcId="{DFB2DA3E-4ACB-4A7F-838E-2527BF026782}" destId="{7502DA0E-FB54-4821-8BCB-D15B275D2427}" srcOrd="1" destOrd="0" presId="urn:microsoft.com/office/officeart/2018/2/layout/IconLabelList"/>
    <dgm:cxn modelId="{F34AF359-09F7-4438-8C65-10FCBD738DA7}" type="presParOf" srcId="{DFB2DA3E-4ACB-4A7F-838E-2527BF026782}" destId="{FCDAFE48-AAF5-4FD3-AF3B-F1EDD41B8F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3510A7-3AB3-47AE-812F-5FF8A4BE6D8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7431F17-DF16-4B9D-80C5-2145FFB392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will host the app online so more people can use it easily.</a:t>
          </a:r>
        </a:p>
      </dgm:t>
    </dgm:pt>
    <dgm:pt modelId="{51E9DACE-8AAF-4E2F-AA2F-EA9ED10503B3}" type="parTrans" cxnId="{08809F2C-9E0C-4DD9-8CDE-B18E1D89F11C}">
      <dgm:prSet/>
      <dgm:spPr/>
      <dgm:t>
        <a:bodyPr/>
        <a:lstStyle/>
        <a:p>
          <a:endParaRPr lang="en-US"/>
        </a:p>
      </dgm:t>
    </dgm:pt>
    <dgm:pt modelId="{853B377B-254F-4070-8A8C-01BE461EF0CC}" type="sibTrans" cxnId="{08809F2C-9E0C-4DD9-8CDE-B18E1D89F1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FDF53C-402F-4B26-B287-C90E65DC0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OCR accuracy on new dataset images.</a:t>
          </a:r>
        </a:p>
      </dgm:t>
    </dgm:pt>
    <dgm:pt modelId="{58BDC3AF-C9C7-4849-9B50-5F9894A22962}" type="parTrans" cxnId="{A7D84958-7C51-43CA-8646-1E371923F01A}">
      <dgm:prSet/>
      <dgm:spPr/>
      <dgm:t>
        <a:bodyPr/>
        <a:lstStyle/>
        <a:p>
          <a:endParaRPr lang="en-US"/>
        </a:p>
      </dgm:t>
    </dgm:pt>
    <dgm:pt modelId="{DFABB9B8-2580-41F6-94A8-1F5B5997B98C}" type="sibTrans" cxnId="{A7D84958-7C51-43CA-8646-1E371923F0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B2C2C5-7090-4FA2-B8C7-F336D31A47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more equipment types and measurement rules.</a:t>
          </a:r>
        </a:p>
      </dgm:t>
    </dgm:pt>
    <dgm:pt modelId="{91189AF2-81C0-4967-98C5-A04793F19F12}" type="parTrans" cxnId="{F45C6AB6-B78D-4E51-A883-5A5064D35B78}">
      <dgm:prSet/>
      <dgm:spPr/>
      <dgm:t>
        <a:bodyPr/>
        <a:lstStyle/>
        <a:p>
          <a:endParaRPr lang="en-US"/>
        </a:p>
      </dgm:t>
    </dgm:pt>
    <dgm:pt modelId="{3EF65846-6138-4646-A05F-C7C75E9707FB}" type="sibTrans" cxnId="{F45C6AB6-B78D-4E51-A883-5A5064D35B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1B58A2-6670-41F3-ACEA-1DB70BABCF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 feedback and iterate on the UI.</a:t>
          </a:r>
        </a:p>
      </dgm:t>
    </dgm:pt>
    <dgm:pt modelId="{AB5F7DC3-0CF8-439E-81CD-1297BFF99269}" type="parTrans" cxnId="{AE9906AB-D6DB-481F-9411-17666683C6A1}">
      <dgm:prSet/>
      <dgm:spPr/>
      <dgm:t>
        <a:bodyPr/>
        <a:lstStyle/>
        <a:p>
          <a:endParaRPr lang="en-US"/>
        </a:p>
      </dgm:t>
    </dgm:pt>
    <dgm:pt modelId="{D59EAC21-8628-4CFC-B6DB-0454490421A9}" type="sibTrans" cxnId="{AE9906AB-D6DB-481F-9411-17666683C6A1}">
      <dgm:prSet/>
      <dgm:spPr/>
      <dgm:t>
        <a:bodyPr/>
        <a:lstStyle/>
        <a:p>
          <a:endParaRPr lang="en-US"/>
        </a:p>
      </dgm:t>
    </dgm:pt>
    <dgm:pt modelId="{9DC511C7-C1AC-44A9-B515-77CBB324E877}" type="pres">
      <dgm:prSet presAssocID="{4B3510A7-3AB3-47AE-812F-5FF8A4BE6D8B}" presName="root" presStyleCnt="0">
        <dgm:presLayoutVars>
          <dgm:dir/>
          <dgm:resizeHandles val="exact"/>
        </dgm:presLayoutVars>
      </dgm:prSet>
      <dgm:spPr/>
    </dgm:pt>
    <dgm:pt modelId="{2C7EA22F-9781-4412-BE4E-F61AFD6AEDDE}" type="pres">
      <dgm:prSet presAssocID="{4B3510A7-3AB3-47AE-812F-5FF8A4BE6D8B}" presName="container" presStyleCnt="0">
        <dgm:presLayoutVars>
          <dgm:dir/>
          <dgm:resizeHandles val="exact"/>
        </dgm:presLayoutVars>
      </dgm:prSet>
      <dgm:spPr/>
    </dgm:pt>
    <dgm:pt modelId="{1EEE389A-C544-48D8-A49D-64126C7F7D4F}" type="pres">
      <dgm:prSet presAssocID="{87431F17-DF16-4B9D-80C5-2145FFB392EC}" presName="compNode" presStyleCnt="0"/>
      <dgm:spPr/>
    </dgm:pt>
    <dgm:pt modelId="{44DE21BE-1A5C-494F-9598-48899C7E1B39}" type="pres">
      <dgm:prSet presAssocID="{87431F17-DF16-4B9D-80C5-2145FFB392EC}" presName="iconBgRect" presStyleLbl="bgShp" presStyleIdx="0" presStyleCnt="4"/>
      <dgm:spPr/>
    </dgm:pt>
    <dgm:pt modelId="{F0ECDB2D-5D14-48C4-A6B8-FDBC7AB29759}" type="pres">
      <dgm:prSet presAssocID="{87431F17-DF16-4B9D-80C5-2145FFB392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A4247666-124D-459F-81D7-F807158AE944}" type="pres">
      <dgm:prSet presAssocID="{87431F17-DF16-4B9D-80C5-2145FFB392EC}" presName="spaceRect" presStyleCnt="0"/>
      <dgm:spPr/>
    </dgm:pt>
    <dgm:pt modelId="{91D1106B-5A7E-462E-B98D-691BC4B94D2D}" type="pres">
      <dgm:prSet presAssocID="{87431F17-DF16-4B9D-80C5-2145FFB392EC}" presName="textRect" presStyleLbl="revTx" presStyleIdx="0" presStyleCnt="4">
        <dgm:presLayoutVars>
          <dgm:chMax val="1"/>
          <dgm:chPref val="1"/>
        </dgm:presLayoutVars>
      </dgm:prSet>
      <dgm:spPr/>
    </dgm:pt>
    <dgm:pt modelId="{638297F4-20D1-40A3-A78E-4B93242375EA}" type="pres">
      <dgm:prSet presAssocID="{853B377B-254F-4070-8A8C-01BE461EF0CC}" presName="sibTrans" presStyleLbl="sibTrans2D1" presStyleIdx="0" presStyleCnt="0"/>
      <dgm:spPr/>
    </dgm:pt>
    <dgm:pt modelId="{0F59F278-551B-44A0-9812-7E141AD479D7}" type="pres">
      <dgm:prSet presAssocID="{9BFDF53C-402F-4B26-B287-C90E65DC0783}" presName="compNode" presStyleCnt="0"/>
      <dgm:spPr/>
    </dgm:pt>
    <dgm:pt modelId="{3ED26803-3885-47F6-93E6-03F9B9061E23}" type="pres">
      <dgm:prSet presAssocID="{9BFDF53C-402F-4B26-B287-C90E65DC0783}" presName="iconBgRect" presStyleLbl="bgShp" presStyleIdx="1" presStyleCnt="4"/>
      <dgm:spPr/>
    </dgm:pt>
    <dgm:pt modelId="{79CA3275-0706-4B19-BEE5-39163D46CCBF}" type="pres">
      <dgm:prSet presAssocID="{9BFDF53C-402F-4B26-B287-C90E65DC07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0AC77C6-28AE-45C9-82D1-2AB8FDE69648}" type="pres">
      <dgm:prSet presAssocID="{9BFDF53C-402F-4B26-B287-C90E65DC0783}" presName="spaceRect" presStyleCnt="0"/>
      <dgm:spPr/>
    </dgm:pt>
    <dgm:pt modelId="{5B4A427E-951F-466E-A5B6-F337AF146D20}" type="pres">
      <dgm:prSet presAssocID="{9BFDF53C-402F-4B26-B287-C90E65DC0783}" presName="textRect" presStyleLbl="revTx" presStyleIdx="1" presStyleCnt="4">
        <dgm:presLayoutVars>
          <dgm:chMax val="1"/>
          <dgm:chPref val="1"/>
        </dgm:presLayoutVars>
      </dgm:prSet>
      <dgm:spPr/>
    </dgm:pt>
    <dgm:pt modelId="{7895ED5C-F630-40FA-937C-7E81E505014A}" type="pres">
      <dgm:prSet presAssocID="{DFABB9B8-2580-41F6-94A8-1F5B5997B98C}" presName="sibTrans" presStyleLbl="sibTrans2D1" presStyleIdx="0" presStyleCnt="0"/>
      <dgm:spPr/>
    </dgm:pt>
    <dgm:pt modelId="{24FC293F-7319-4867-B740-EF56D5985DCC}" type="pres">
      <dgm:prSet presAssocID="{1AB2C2C5-7090-4FA2-B8C7-F336D31A47D1}" presName="compNode" presStyleCnt="0"/>
      <dgm:spPr/>
    </dgm:pt>
    <dgm:pt modelId="{7E3DF22C-34A6-49E2-9FCE-DD7C432AD57B}" type="pres">
      <dgm:prSet presAssocID="{1AB2C2C5-7090-4FA2-B8C7-F336D31A47D1}" presName="iconBgRect" presStyleLbl="bgShp" presStyleIdx="2" presStyleCnt="4"/>
      <dgm:spPr/>
    </dgm:pt>
    <dgm:pt modelId="{F06A68BE-36E0-4921-9309-3CFE0953FB32}" type="pres">
      <dgm:prSet presAssocID="{1AB2C2C5-7090-4FA2-B8C7-F336D31A47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B4528D86-4818-47F5-A407-B4D897158295}" type="pres">
      <dgm:prSet presAssocID="{1AB2C2C5-7090-4FA2-B8C7-F336D31A47D1}" presName="spaceRect" presStyleCnt="0"/>
      <dgm:spPr/>
    </dgm:pt>
    <dgm:pt modelId="{01612272-6C26-4B98-8574-7EE4183687B6}" type="pres">
      <dgm:prSet presAssocID="{1AB2C2C5-7090-4FA2-B8C7-F336D31A47D1}" presName="textRect" presStyleLbl="revTx" presStyleIdx="2" presStyleCnt="4">
        <dgm:presLayoutVars>
          <dgm:chMax val="1"/>
          <dgm:chPref val="1"/>
        </dgm:presLayoutVars>
      </dgm:prSet>
      <dgm:spPr/>
    </dgm:pt>
    <dgm:pt modelId="{2426A376-9D8D-48B4-85F1-B073FA1AB5EE}" type="pres">
      <dgm:prSet presAssocID="{3EF65846-6138-4646-A05F-C7C75E9707FB}" presName="sibTrans" presStyleLbl="sibTrans2D1" presStyleIdx="0" presStyleCnt="0"/>
      <dgm:spPr/>
    </dgm:pt>
    <dgm:pt modelId="{BB0CC55A-2586-4333-AB29-E1100B507C45}" type="pres">
      <dgm:prSet presAssocID="{E11B58A2-6670-41F3-ACEA-1DB70BABCFA6}" presName="compNode" presStyleCnt="0"/>
      <dgm:spPr/>
    </dgm:pt>
    <dgm:pt modelId="{9B9E194E-8421-4AD8-97B5-FC7101880DE1}" type="pres">
      <dgm:prSet presAssocID="{E11B58A2-6670-41F3-ACEA-1DB70BABCFA6}" presName="iconBgRect" presStyleLbl="bgShp" presStyleIdx="3" presStyleCnt="4"/>
      <dgm:spPr/>
    </dgm:pt>
    <dgm:pt modelId="{16D523A3-34AF-4A51-8218-E8E9D1D9137E}" type="pres">
      <dgm:prSet presAssocID="{E11B58A2-6670-41F3-ACEA-1DB70BABCF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65327CA-F84F-45A8-A8FA-263D300CCBB9}" type="pres">
      <dgm:prSet presAssocID="{E11B58A2-6670-41F3-ACEA-1DB70BABCFA6}" presName="spaceRect" presStyleCnt="0"/>
      <dgm:spPr/>
    </dgm:pt>
    <dgm:pt modelId="{A52E0C91-1F59-4E11-912D-100C7DA29C5B}" type="pres">
      <dgm:prSet presAssocID="{E11B58A2-6670-41F3-ACEA-1DB70BABCFA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3F0408-37CC-4FAE-B341-2DBDDC82E024}" type="presOf" srcId="{87431F17-DF16-4B9D-80C5-2145FFB392EC}" destId="{91D1106B-5A7E-462E-B98D-691BC4B94D2D}" srcOrd="0" destOrd="0" presId="urn:microsoft.com/office/officeart/2018/2/layout/IconCircleList"/>
    <dgm:cxn modelId="{7798E824-C032-478A-A7D1-E63774826E4D}" type="presOf" srcId="{DFABB9B8-2580-41F6-94A8-1F5B5997B98C}" destId="{7895ED5C-F630-40FA-937C-7E81E505014A}" srcOrd="0" destOrd="0" presId="urn:microsoft.com/office/officeart/2018/2/layout/IconCircleList"/>
    <dgm:cxn modelId="{08809F2C-9E0C-4DD9-8CDE-B18E1D89F11C}" srcId="{4B3510A7-3AB3-47AE-812F-5FF8A4BE6D8B}" destId="{87431F17-DF16-4B9D-80C5-2145FFB392EC}" srcOrd="0" destOrd="0" parTransId="{51E9DACE-8AAF-4E2F-AA2F-EA9ED10503B3}" sibTransId="{853B377B-254F-4070-8A8C-01BE461EF0CC}"/>
    <dgm:cxn modelId="{5745515F-E6DD-41A5-AE47-007FD60C4E0A}" type="presOf" srcId="{3EF65846-6138-4646-A05F-C7C75E9707FB}" destId="{2426A376-9D8D-48B4-85F1-B073FA1AB5EE}" srcOrd="0" destOrd="0" presId="urn:microsoft.com/office/officeart/2018/2/layout/IconCircleList"/>
    <dgm:cxn modelId="{5B97B060-A209-46F0-860E-60180AE475F7}" type="presOf" srcId="{853B377B-254F-4070-8A8C-01BE461EF0CC}" destId="{638297F4-20D1-40A3-A78E-4B93242375EA}" srcOrd="0" destOrd="0" presId="urn:microsoft.com/office/officeart/2018/2/layout/IconCircleList"/>
    <dgm:cxn modelId="{52493178-4786-403A-AAD4-A83E75E924BA}" type="presOf" srcId="{1AB2C2C5-7090-4FA2-B8C7-F336D31A47D1}" destId="{01612272-6C26-4B98-8574-7EE4183687B6}" srcOrd="0" destOrd="0" presId="urn:microsoft.com/office/officeart/2018/2/layout/IconCircleList"/>
    <dgm:cxn modelId="{A7D84958-7C51-43CA-8646-1E371923F01A}" srcId="{4B3510A7-3AB3-47AE-812F-5FF8A4BE6D8B}" destId="{9BFDF53C-402F-4B26-B287-C90E65DC0783}" srcOrd="1" destOrd="0" parTransId="{58BDC3AF-C9C7-4849-9B50-5F9894A22962}" sibTransId="{DFABB9B8-2580-41F6-94A8-1F5B5997B98C}"/>
    <dgm:cxn modelId="{00CE599A-D9A2-4FBF-A0B5-27036D86A40C}" type="presOf" srcId="{4B3510A7-3AB3-47AE-812F-5FF8A4BE6D8B}" destId="{9DC511C7-C1AC-44A9-B515-77CBB324E877}" srcOrd="0" destOrd="0" presId="urn:microsoft.com/office/officeart/2018/2/layout/IconCircleList"/>
    <dgm:cxn modelId="{AE9906AB-D6DB-481F-9411-17666683C6A1}" srcId="{4B3510A7-3AB3-47AE-812F-5FF8A4BE6D8B}" destId="{E11B58A2-6670-41F3-ACEA-1DB70BABCFA6}" srcOrd="3" destOrd="0" parTransId="{AB5F7DC3-0CF8-439E-81CD-1297BFF99269}" sibTransId="{D59EAC21-8628-4CFC-B6DB-0454490421A9}"/>
    <dgm:cxn modelId="{2DD6CFAF-0B67-4A42-8CEC-0C0DE7FF0BD1}" type="presOf" srcId="{9BFDF53C-402F-4B26-B287-C90E65DC0783}" destId="{5B4A427E-951F-466E-A5B6-F337AF146D20}" srcOrd="0" destOrd="0" presId="urn:microsoft.com/office/officeart/2018/2/layout/IconCircleList"/>
    <dgm:cxn modelId="{F45C6AB6-B78D-4E51-A883-5A5064D35B78}" srcId="{4B3510A7-3AB3-47AE-812F-5FF8A4BE6D8B}" destId="{1AB2C2C5-7090-4FA2-B8C7-F336D31A47D1}" srcOrd="2" destOrd="0" parTransId="{91189AF2-81C0-4967-98C5-A04793F19F12}" sibTransId="{3EF65846-6138-4646-A05F-C7C75E9707FB}"/>
    <dgm:cxn modelId="{B2EEC7D3-289B-4D23-B707-744D04A7037C}" type="presOf" srcId="{E11B58A2-6670-41F3-ACEA-1DB70BABCFA6}" destId="{A52E0C91-1F59-4E11-912D-100C7DA29C5B}" srcOrd="0" destOrd="0" presId="urn:microsoft.com/office/officeart/2018/2/layout/IconCircleList"/>
    <dgm:cxn modelId="{28D45755-2B2F-45F6-9283-A3FCB88D3F75}" type="presParOf" srcId="{9DC511C7-C1AC-44A9-B515-77CBB324E877}" destId="{2C7EA22F-9781-4412-BE4E-F61AFD6AEDDE}" srcOrd="0" destOrd="0" presId="urn:microsoft.com/office/officeart/2018/2/layout/IconCircleList"/>
    <dgm:cxn modelId="{5B715DDF-ADC7-45EC-8E1E-67CC0962C24B}" type="presParOf" srcId="{2C7EA22F-9781-4412-BE4E-F61AFD6AEDDE}" destId="{1EEE389A-C544-48D8-A49D-64126C7F7D4F}" srcOrd="0" destOrd="0" presId="urn:microsoft.com/office/officeart/2018/2/layout/IconCircleList"/>
    <dgm:cxn modelId="{8BF11662-9543-4F77-A883-C195496A5328}" type="presParOf" srcId="{1EEE389A-C544-48D8-A49D-64126C7F7D4F}" destId="{44DE21BE-1A5C-494F-9598-48899C7E1B39}" srcOrd="0" destOrd="0" presId="urn:microsoft.com/office/officeart/2018/2/layout/IconCircleList"/>
    <dgm:cxn modelId="{099D1D61-BF07-4924-BF23-02D910460D58}" type="presParOf" srcId="{1EEE389A-C544-48D8-A49D-64126C7F7D4F}" destId="{F0ECDB2D-5D14-48C4-A6B8-FDBC7AB29759}" srcOrd="1" destOrd="0" presId="urn:microsoft.com/office/officeart/2018/2/layout/IconCircleList"/>
    <dgm:cxn modelId="{841F3610-4DA5-4D32-8F59-7713FEC36E0D}" type="presParOf" srcId="{1EEE389A-C544-48D8-A49D-64126C7F7D4F}" destId="{A4247666-124D-459F-81D7-F807158AE944}" srcOrd="2" destOrd="0" presId="urn:microsoft.com/office/officeart/2018/2/layout/IconCircleList"/>
    <dgm:cxn modelId="{61D73B69-59CD-473B-B5EC-201134D5AA9B}" type="presParOf" srcId="{1EEE389A-C544-48D8-A49D-64126C7F7D4F}" destId="{91D1106B-5A7E-462E-B98D-691BC4B94D2D}" srcOrd="3" destOrd="0" presId="urn:microsoft.com/office/officeart/2018/2/layout/IconCircleList"/>
    <dgm:cxn modelId="{3993C7D3-656C-4FE1-9C8F-3908A977071E}" type="presParOf" srcId="{2C7EA22F-9781-4412-BE4E-F61AFD6AEDDE}" destId="{638297F4-20D1-40A3-A78E-4B93242375EA}" srcOrd="1" destOrd="0" presId="urn:microsoft.com/office/officeart/2018/2/layout/IconCircleList"/>
    <dgm:cxn modelId="{290BDC6A-649A-44EF-93D2-AA03A8D2C721}" type="presParOf" srcId="{2C7EA22F-9781-4412-BE4E-F61AFD6AEDDE}" destId="{0F59F278-551B-44A0-9812-7E141AD479D7}" srcOrd="2" destOrd="0" presId="urn:microsoft.com/office/officeart/2018/2/layout/IconCircleList"/>
    <dgm:cxn modelId="{CB3F03E5-4C82-4AF2-87BA-349E37EC6D7F}" type="presParOf" srcId="{0F59F278-551B-44A0-9812-7E141AD479D7}" destId="{3ED26803-3885-47F6-93E6-03F9B9061E23}" srcOrd="0" destOrd="0" presId="urn:microsoft.com/office/officeart/2018/2/layout/IconCircleList"/>
    <dgm:cxn modelId="{7C7C6356-C6A6-47DC-ABDE-719ED1BE3337}" type="presParOf" srcId="{0F59F278-551B-44A0-9812-7E141AD479D7}" destId="{79CA3275-0706-4B19-BEE5-39163D46CCBF}" srcOrd="1" destOrd="0" presId="urn:microsoft.com/office/officeart/2018/2/layout/IconCircleList"/>
    <dgm:cxn modelId="{4A57A0D6-B009-45F5-B16B-666B34EDEA1F}" type="presParOf" srcId="{0F59F278-551B-44A0-9812-7E141AD479D7}" destId="{70AC77C6-28AE-45C9-82D1-2AB8FDE69648}" srcOrd="2" destOrd="0" presId="urn:microsoft.com/office/officeart/2018/2/layout/IconCircleList"/>
    <dgm:cxn modelId="{AFE831BF-2756-466F-B43A-C69A042E1842}" type="presParOf" srcId="{0F59F278-551B-44A0-9812-7E141AD479D7}" destId="{5B4A427E-951F-466E-A5B6-F337AF146D20}" srcOrd="3" destOrd="0" presId="urn:microsoft.com/office/officeart/2018/2/layout/IconCircleList"/>
    <dgm:cxn modelId="{9551B869-0B6A-42D2-9DB8-162D88107FAD}" type="presParOf" srcId="{2C7EA22F-9781-4412-BE4E-F61AFD6AEDDE}" destId="{7895ED5C-F630-40FA-937C-7E81E505014A}" srcOrd="3" destOrd="0" presId="urn:microsoft.com/office/officeart/2018/2/layout/IconCircleList"/>
    <dgm:cxn modelId="{C2BB26A2-B1AE-43C2-944D-0A6B42F73959}" type="presParOf" srcId="{2C7EA22F-9781-4412-BE4E-F61AFD6AEDDE}" destId="{24FC293F-7319-4867-B740-EF56D5985DCC}" srcOrd="4" destOrd="0" presId="urn:microsoft.com/office/officeart/2018/2/layout/IconCircleList"/>
    <dgm:cxn modelId="{164D42DC-E4DE-4D3A-BA9E-15D97EA2391B}" type="presParOf" srcId="{24FC293F-7319-4867-B740-EF56D5985DCC}" destId="{7E3DF22C-34A6-49E2-9FCE-DD7C432AD57B}" srcOrd="0" destOrd="0" presId="urn:microsoft.com/office/officeart/2018/2/layout/IconCircleList"/>
    <dgm:cxn modelId="{C0CAF742-6D68-423F-83C7-139B6C89E3BC}" type="presParOf" srcId="{24FC293F-7319-4867-B740-EF56D5985DCC}" destId="{F06A68BE-36E0-4921-9309-3CFE0953FB32}" srcOrd="1" destOrd="0" presId="urn:microsoft.com/office/officeart/2018/2/layout/IconCircleList"/>
    <dgm:cxn modelId="{3C4AF4CF-EB52-4A3E-8250-A70AC2C035A6}" type="presParOf" srcId="{24FC293F-7319-4867-B740-EF56D5985DCC}" destId="{B4528D86-4818-47F5-A407-B4D897158295}" srcOrd="2" destOrd="0" presId="urn:microsoft.com/office/officeart/2018/2/layout/IconCircleList"/>
    <dgm:cxn modelId="{C1713EC8-8EB8-416E-94EE-9EA87487559F}" type="presParOf" srcId="{24FC293F-7319-4867-B740-EF56D5985DCC}" destId="{01612272-6C26-4B98-8574-7EE4183687B6}" srcOrd="3" destOrd="0" presId="urn:microsoft.com/office/officeart/2018/2/layout/IconCircleList"/>
    <dgm:cxn modelId="{F777B8F4-3C30-4F37-918A-B3442C8AE552}" type="presParOf" srcId="{2C7EA22F-9781-4412-BE4E-F61AFD6AEDDE}" destId="{2426A376-9D8D-48B4-85F1-B073FA1AB5EE}" srcOrd="5" destOrd="0" presId="urn:microsoft.com/office/officeart/2018/2/layout/IconCircleList"/>
    <dgm:cxn modelId="{21343C2C-338C-4B33-ADFF-32325E1177D3}" type="presParOf" srcId="{2C7EA22F-9781-4412-BE4E-F61AFD6AEDDE}" destId="{BB0CC55A-2586-4333-AB29-E1100B507C45}" srcOrd="6" destOrd="0" presId="urn:microsoft.com/office/officeart/2018/2/layout/IconCircleList"/>
    <dgm:cxn modelId="{67C6C55A-C34D-4A9C-909F-8483D16389E6}" type="presParOf" srcId="{BB0CC55A-2586-4333-AB29-E1100B507C45}" destId="{9B9E194E-8421-4AD8-97B5-FC7101880DE1}" srcOrd="0" destOrd="0" presId="urn:microsoft.com/office/officeart/2018/2/layout/IconCircleList"/>
    <dgm:cxn modelId="{A5323C52-24F6-45B4-AD4A-699EDDD50461}" type="presParOf" srcId="{BB0CC55A-2586-4333-AB29-E1100B507C45}" destId="{16D523A3-34AF-4A51-8218-E8E9D1D9137E}" srcOrd="1" destOrd="0" presId="urn:microsoft.com/office/officeart/2018/2/layout/IconCircleList"/>
    <dgm:cxn modelId="{E6E731D3-1315-4D29-BB49-AB52FB473A04}" type="presParOf" srcId="{BB0CC55A-2586-4333-AB29-E1100B507C45}" destId="{E65327CA-F84F-45A8-A8FA-263D300CCBB9}" srcOrd="2" destOrd="0" presId="urn:microsoft.com/office/officeart/2018/2/layout/IconCircleList"/>
    <dgm:cxn modelId="{C777D0A5-EFD9-43D8-BF01-AB9E59B8190F}" type="presParOf" srcId="{BB0CC55A-2586-4333-AB29-E1100B507C45}" destId="{A52E0C91-1F59-4E11-912D-100C7DA29C5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1178E-31B9-42AA-A8AB-FA489AAD3E82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298C0-1254-4D59-BCBF-698B73EA7478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Goal: extract equipment dimensions from images and compute surface area.</a:t>
          </a:r>
        </a:p>
      </dsp:txBody>
      <dsp:txXfrm>
        <a:off x="59990" y="2654049"/>
        <a:ext cx="3226223" cy="720000"/>
      </dsp:txXfrm>
    </dsp:sp>
    <dsp:sp modelId="{2CD9FC54-EBF1-45C9-BAE1-65DC94143017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ADA239-8121-41FC-B01F-DED7CAD36019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Focus: industrial containers, buckets, scoops, cylinders, and frustums.</a:t>
          </a:r>
        </a:p>
      </dsp:txBody>
      <dsp:txXfrm>
        <a:off x="3850802" y="2654049"/>
        <a:ext cx="3226223" cy="720000"/>
      </dsp:txXfrm>
    </dsp:sp>
    <dsp:sp modelId="{CA74DB00-FF14-4B11-BD77-19C645C8FB4A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AFE48-AAF5-4FD3-AF3B-F1EDD41B8F75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Output: labeled images, detected dimensions, and calculated areas.</a:t>
          </a:r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E21BE-1A5C-494F-9598-48899C7E1B39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CDB2D-5D14-48C4-A6B8-FDBC7AB29759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1106B-5A7E-462E-B98D-691BC4B94D2D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 will host the app online so more people can use it easily.</a:t>
          </a:r>
        </a:p>
      </dsp:txBody>
      <dsp:txXfrm>
        <a:off x="1948202" y="368029"/>
        <a:ext cx="3233964" cy="1371985"/>
      </dsp:txXfrm>
    </dsp:sp>
    <dsp:sp modelId="{3ED26803-3885-47F6-93E6-03F9B9061E2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A3275-0706-4B19-BEE5-39163D46CCBF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427E-951F-466E-A5B6-F337AF146D20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Improve OCR accuracy on new dataset images.</a:t>
          </a:r>
        </a:p>
      </dsp:txBody>
      <dsp:txXfrm>
        <a:off x="7411643" y="368029"/>
        <a:ext cx="3233964" cy="1371985"/>
      </dsp:txXfrm>
    </dsp:sp>
    <dsp:sp modelId="{7E3DF22C-34A6-49E2-9FCE-DD7C432AD57B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6A68BE-36E0-4921-9309-3CFE0953FB32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12272-6C26-4B98-8574-7EE4183687B6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 more equipment types and measurement rules.</a:t>
          </a:r>
        </a:p>
      </dsp:txBody>
      <dsp:txXfrm>
        <a:off x="1948202" y="2452790"/>
        <a:ext cx="3233964" cy="1371985"/>
      </dsp:txXfrm>
    </dsp:sp>
    <dsp:sp modelId="{9B9E194E-8421-4AD8-97B5-FC7101880DE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523A3-34AF-4A51-8218-E8E9D1D9137E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E0C91-1F59-4E11-912D-100C7DA29C5B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Collect feedback and iterate on the UI.</a:t>
          </a:r>
        </a:p>
      </dsp:txBody>
      <dsp:txXfrm>
        <a:off x="7411643" y="2452790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 up of ruler">
            <a:extLst>
              <a:ext uri="{FF2B5EF4-FFF2-40B4-BE49-F238E27FC236}">
                <a16:creationId xmlns:a16="http://schemas.microsoft.com/office/drawing/2014/main" id="{BFB39F73-D1F0-ADAF-D9DC-42DE8EC6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15" b="10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090528" y="2299176"/>
            <a:ext cx="4131368" cy="1571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000" b="1"/>
            </a:pPr>
            <a:r>
              <a:rPr lang="en-US" sz="3300">
                <a:latin typeface="+mj-lt"/>
                <a:ea typeface="+mj-ea"/>
                <a:cs typeface="+mj-cs"/>
              </a:rPr>
              <a:t>Industrial Surface Area Measurement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90529" y="4199213"/>
            <a:ext cx="4191938" cy="5985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/>
            </a:pPr>
            <a:r>
              <a:rPr lang="en-US" sz="2000"/>
              <a:t>Progress summary and next steps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ADCA5BB0-63ED-54DD-625E-5C5A0766C9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82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66540" y="737537"/>
            <a:ext cx="5985919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800" dirty="0"/>
              <a:t>Local web app to upload images and run OCR.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800" dirty="0"/>
              <a:t>Visualization output with bounding boxes and labels.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800" dirty="0"/>
              <a:t>Surface-area calculator for common equipment shapes.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2800" dirty="0"/>
              <a:t>Manual calculator page for exact measurements.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9262F-A8F5-4D56-D3DB-BCBDEF16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10471A-4F15-5893-44CB-46B1061FA628}"/>
              </a:ext>
            </a:extLst>
          </p:cNvPr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Sample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01F00-E24C-C975-26AA-6916316A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51" y="1036247"/>
            <a:ext cx="8937544" cy="555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24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AD04-8175-A167-2161-1502F98B8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239A20-23DC-D9DD-5CBB-A9CD27084661}"/>
              </a:ext>
            </a:extLst>
          </p:cNvPr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Sample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E52493-C691-5CC5-6B34-586023FCD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168" y="1038326"/>
            <a:ext cx="8668854" cy="54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7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Sample Results</a:t>
            </a:r>
          </a:p>
        </p:txBody>
      </p:sp>
      <p:pic>
        <p:nvPicPr>
          <p:cNvPr id="3" name="Picture 2" descr="c__Users_Hasee_AppData_Roaming_Cursor_User_workspaceStorage_858280dba88950aa495773d4845d8d44_images_image-3249cd5c-4a73-4ab5-8525-6c8f865aef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789920" cy="5484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1655F7E-39AF-55C6-4CB6-068A32892D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5579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131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HASEEB JAVED</cp:lastModifiedBy>
  <cp:revision>2</cp:revision>
  <dcterms:created xsi:type="dcterms:W3CDTF">2013-01-27T09:14:16Z</dcterms:created>
  <dcterms:modified xsi:type="dcterms:W3CDTF">2026-02-13T03:10:37Z</dcterms:modified>
  <cp:category/>
</cp:coreProperties>
</file>