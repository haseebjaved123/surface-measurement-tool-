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Industrial OCR Measurement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Progress summary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we did and what comes next</a:t>
            </a:r>
          </a:p>
        </p:txBody>
      </p:sp>
      <p:pic>
        <p:nvPicPr>
          <p:cNvPr id="3" name="Picture 2" descr="c__Users_Hasee_AppData_Roaming_Cursor_User_workspaceStorage_858280dba88950aa495773d4845d8d44_images_image-3249cd5c-4a73-4ab5-8525-6c8f865aef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120640" cy="2602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5778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Built a local web app to upload images and extract dimensions with OCR.</a:t>
            </a:r>
          </a:p>
          <a:p>
            <a:pPr>
              <a:defRPr sz="1800"/>
            </a:pPr>
            <a:r>
              <a:t>Added visualization output and surface-area calculations for common equipment shapes.</a:t>
            </a:r>
          </a:p>
          <a:p>
            <a:pPr>
              <a:defRPr sz="1800"/>
            </a:pPr>
            <a:r>
              <a:t>Stabilized dependencies to keep the app running on Windows.</a:t>
            </a:r>
          </a:p>
          <a:p>
            <a:pPr>
              <a:defRPr sz="1800"/>
            </a:pPr>
            <a:r>
              <a:t>Created a clean UI for OCR results and a separate manual calculator.</a:t>
            </a:r>
          </a:p>
          <a:p>
            <a:pPr>
              <a:defRPr sz="1800"/>
            </a:pPr>
            <a:r>
              <a:t>Next: I will host the app online so more people can use it easily.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